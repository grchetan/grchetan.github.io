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81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Platypi Medium" panose="020B0604020202020204" charset="0"/>
      <p:regular r:id="rId11"/>
    </p:embeddedFont>
    <p:embeddedFont>
      <p:font typeface="Source Serif Pro" panose="02040603050405020204" pitchFamily="18" charset="0"/>
      <p:regular r:id="rId12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2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12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61CD-0CCD-9F5B-6015-7F54B2F57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ADAEF-2C0B-FB73-4B7A-30987351C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1EFE4-A5E6-9C33-C046-5424FC6C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BAF58-189A-6EE4-F467-8ADCD1F91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9FBA4-A723-34DC-4C73-5D6DCC61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7851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3806-8088-6A19-517D-CCE8A2C9B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74D94-3694-8D25-E6E8-9E750B167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7A423-5EB1-BC82-806F-0E0017AE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3A64E-D03D-8917-C379-CD173C84A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A596C-9935-B443-29BD-C08C83A98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0938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4D11-64B7-33A8-5F63-9DCD5EE0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95652-3686-8787-C6BF-D0EAB85C5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43DEE-5ED1-764F-861B-9C1C7CB73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B8510-9ACA-392D-F52C-EC1AD9895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DC7F6-7B4F-5EDB-6CCB-858D96F77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24313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7EBE4-9CF7-D973-1833-E336D563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5E6F-730F-D9EF-B96B-67270BA38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86435-50B1-59C8-30D5-BC3EF9ED1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6750EA-01AE-67D6-1E65-3FB3EB97E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826E-B6F7-5B37-8EA5-E0B0D7C65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257BE-3721-373A-E974-FC96AEFA0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9295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C17B-EB5A-1256-5725-14AF5D66A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B2F7A-AD01-7A7E-6313-6D85F0D1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FF2B0-32A5-2069-9EB2-3B590EAA9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73B01-DAC5-F419-2B0E-2DD29EEB11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9F7F4-9AAA-46D2-1A18-0D4C67E69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CD630-1023-1897-D171-82A5855FC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22247-BF57-E419-35C4-5A0944C6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15FBF-1BA7-E773-2BF2-251C51F5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3145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EA571-4022-4023-A5F5-B373BF5F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AD293-A31D-F4EB-3754-D87509748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34FA2-D442-662C-6D13-46053C7F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790B0-48D3-EF37-4CFD-67ECF7C2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28588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1B885-9F8D-55D2-BFD6-83650155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17560E-02E0-EFE1-95BD-BB162DF2C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ABA9-CB79-A4B7-FBE6-3DF79B73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4837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397AA-AB8B-ACBA-D1E5-EF3ABA1B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B56C5-4AD6-A0A7-013C-FDADBAEB5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A4B27-1A75-4BEF-68FC-241F6673A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54145-9EFB-F130-0FF1-7C09FBF1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A6342-3DEB-BA99-A8A3-B9A0B08D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38C76-5F68-F45A-8C5C-A5E6453C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6304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8EF9-CAD0-B4DC-A987-79B87236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CD3542-013B-2D23-36A8-B233B5CCC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43BEB-AE41-96C7-D92D-588CC14EA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039B8-A22A-6FBB-4D12-DBB19DE2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9F24D-0144-D2E2-04B1-11EEA4DEF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46243-E2CB-614B-CE5F-3BD11E11B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1353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9C690-BDAE-6B53-4D06-3BCB78417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C75F3-C1C4-6520-2015-00095D5BF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D6309-A3B9-1071-A840-71E5709C8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74CB-6B59-4CDF-906E-401CA6A1E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C367E-4A52-9ABD-ECA6-CB7E83C40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412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7EBF-2DA6-E575-C8D8-7DF053C0D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51E4C-FF87-F2DE-E85C-7B6D20D7C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9326A-4EF3-B101-BBA3-374FEC8F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B6BB3-4B55-789C-5FA2-A718772B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F3ECE-D31B-2FAE-2605-EDA25261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2774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205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4578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87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7608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27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554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9965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359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6EA7BB-1836-9180-5897-491E96C1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013EB-5BCA-1502-F0F9-2F9BAA4AB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90BE3-FB18-4AFE-78FC-F13A83336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1AA30-7DFC-4CD7-8B7A-A82F8574C56E}" type="datetimeFigureOut">
              <a:rPr lang="en-IN" smtClean="0"/>
              <a:t>06-05-2025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889BF-9C49-2CAE-5040-47CEDE772C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20D0F-9F6F-B1B7-F9EF-EB56B1660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9BD22-1625-4F9E-BC5B-FA69FB9902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62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  <p:sldLayoutId id="2147483831" r:id="rId13"/>
    <p:sldLayoutId id="2147483832" r:id="rId14"/>
    <p:sldLayoutId id="2147483833" r:id="rId15"/>
    <p:sldLayoutId id="2147483834" r:id="rId16"/>
    <p:sldLayoutId id="2147483835" r:id="rId17"/>
    <p:sldLayoutId id="2147483836" r:id="rId18"/>
    <p:sldLayoutId id="2147483837" r:id="rId19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0263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Introduction to Computer Networking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6035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Computer networking links devices for communication and resource sharing. It enables collaboration and data exchange on various scales. Common types include LAN (local), WAN (wide), and MAN (city-wide). Examples range from home wifi setups to vast corporate and city networks.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846921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959287"/>
            <a:ext cx="6555105" cy="688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Networking in Daily Life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049" y="1978104"/>
            <a:ext cx="495657" cy="495657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1486972" y="2053828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Social Media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486972" y="2530197"/>
            <a:ext cx="68859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Supports 2.91 billion users on platforms like Facebook and Instagram.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1049" y="3323153"/>
            <a:ext cx="495657" cy="495657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1486972" y="3398877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Streaming Services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86972" y="3875246"/>
            <a:ext cx="68859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Networks deliver content to 238 million Netflix subscribers smoothly.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71049" y="4668203"/>
            <a:ext cx="495657" cy="495657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1486972" y="4743926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Online Gaming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486972" y="5220295"/>
            <a:ext cx="688598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Low latency connectivity enables games like Fortnite with 80 million players.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1049" y="6365677"/>
            <a:ext cx="495657" cy="495657"/>
          </a:xfrm>
          <a:prstGeom prst="roundRect">
            <a:avLst>
              <a:gd name="adj" fmla="val 6667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1486972" y="6441400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Remote Work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486972" y="6917769"/>
            <a:ext cx="688598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VPNs and cloud networking power collaboration from anywhere.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9111" y="57685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Internet, Intranet, and Extranet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6219111" y="2199323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6428423" y="240863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Internet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428423" y="2861310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Global, public, open to everyone; e.g., Google.com.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9111" y="3614976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6428423" y="3824288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Intranet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6428423" y="4276963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Private for organizations; internal websites for employees only.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19111" y="5030629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6428423" y="523994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Extranet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6428423" y="5692616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Controlled access for partners; supplier access to inventory systems.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9111" y="6446282"/>
            <a:ext cx="7678579" cy="1206341"/>
          </a:xfrm>
          <a:prstGeom prst="roundRect">
            <a:avLst>
              <a:gd name="adj" fmla="val 2603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6428423" y="6655594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Differences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6428423" y="7108269"/>
            <a:ext cx="72599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Accessibility varies with security and intended users.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834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IP Addresses: The Foundation of Network Communication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2880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an IP Address?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92835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unique numerical label for each device on a network.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992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IPv4 vs IPv6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IPv4 is limited and almost exhausted; IPv6 offers vast address space.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992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Public vs Private IPs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Public IPs access the internet; private IPs work in local networks.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992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Examples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74024"/>
            <a:ext cx="284559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Find your address and understand DHCP server assignments.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786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3389947"/>
            <a:ext cx="10914936" cy="69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Wi-Fi vs Ethernet: Connectivity Options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954" y="4418052"/>
            <a:ext cx="13074491" cy="3203138"/>
          </a:xfrm>
          <a:prstGeom prst="roundRect">
            <a:avLst>
              <a:gd name="adj" fmla="val 10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5574" y="4425672"/>
            <a:ext cx="13057942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09174" y="456664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Feature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365194" y="4566642"/>
            <a:ext cx="390001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Wi-Fi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17405" y="456664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Ethernet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85574" y="5063252"/>
            <a:ext cx="13057942" cy="6375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09174" y="520422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Convenience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365194" y="5204222"/>
            <a:ext cx="390001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Wireless, mobile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717405" y="520422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Wired, fixed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85574" y="5700832"/>
            <a:ext cx="13057942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009174" y="584180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Speed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365194" y="5841802"/>
            <a:ext cx="390001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Up to 9.6 Gbps (Wi-Fi 6)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9717405" y="5841802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Up to 400 Gbps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85574" y="6338411"/>
            <a:ext cx="13057942" cy="6375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009174" y="6479381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Security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5365194" y="6479381"/>
            <a:ext cx="390001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WPA3 encryption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9717405" y="6479381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Physical cable security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785574" y="6975991"/>
            <a:ext cx="13057942" cy="6375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009174" y="7116961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Stability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5365194" y="7116961"/>
            <a:ext cx="390001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Susceptible to interference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9717405" y="7116961"/>
            <a:ext cx="3903821" cy="355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Highly reliable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105247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Network Devices: The Building Blocks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Router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Routes data between different networks; vital for internet access.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Switch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Connects devices within the same network for local communication.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Converts signals between ISP and home network for internet.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9455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OSI Model: A Simplified View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95227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68022" y="31790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Application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268022" y="366950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User interaction like sending emails.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1315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68022" y="45399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Network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268022" y="503039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Data is broken into packets for routing.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74042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68022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Physical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268022" y="639127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Signals sent over cables or wireless.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613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Conclusion: The Future of Networking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743789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Concepts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Networking is essential for modern communication and collaboration.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1411" y="420909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Emerging Trends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5G, IoT, and Software-Defined Networking shape innovation.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70307" y="3258026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Future Role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Networks will advance technology and transform daily life.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94533" y="598420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394</Words>
  <Application>Microsoft Office PowerPoint</Application>
  <PresentationFormat>Custom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 Light</vt:lpstr>
      <vt:lpstr>Arial</vt:lpstr>
      <vt:lpstr>Platypi Medium</vt:lpstr>
      <vt:lpstr>Calibri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Chetan Prajapat</cp:lastModifiedBy>
  <cp:revision>2</cp:revision>
  <dcterms:created xsi:type="dcterms:W3CDTF">2025-05-06T06:09:27Z</dcterms:created>
  <dcterms:modified xsi:type="dcterms:W3CDTF">2025-05-06T06:55:22Z</dcterms:modified>
</cp:coreProperties>
</file>